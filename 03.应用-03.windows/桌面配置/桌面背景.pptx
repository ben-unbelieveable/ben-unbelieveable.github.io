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</p:sldIdLst>
  <p:sldSz cx="48768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0" userDrawn="1">
          <p15:clr>
            <a:srgbClr val="A4A3A4"/>
          </p15:clr>
        </p15:guide>
        <p15:guide id="2" pos="153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2" autoAdjust="0"/>
    <p:restoredTop sz="94660"/>
  </p:normalViewPr>
  <p:slideViewPr>
    <p:cSldViewPr snapToGrid="0" showGuides="1">
      <p:cViewPr varScale="1">
        <p:scale>
          <a:sx n="27" d="100"/>
          <a:sy n="27" d="100"/>
        </p:scale>
        <p:origin x="1062" y="114"/>
      </p:cViewPr>
      <p:guideLst>
        <p:guide orient="horz" pos="8640"/>
        <p:guide pos="153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0" y="4489452"/>
            <a:ext cx="36576000" cy="9550400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14408152"/>
            <a:ext cx="36576000" cy="6623048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BA0E-E6C1-48AC-A269-B6BACD4E8CFD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5C1B-1A25-4F95-B56F-2D16FDAF4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88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BA0E-E6C1-48AC-A269-B6BACD4E8CFD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5C1B-1A25-4F95-B56F-2D16FDAF4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288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7400" y="6838954"/>
            <a:ext cx="42062400" cy="11410948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7400" y="18357854"/>
            <a:ext cx="42062400" cy="6000748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BA0E-E6C1-48AC-A269-B6BACD4E8CFD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5C1B-1A25-4F95-B56F-2D16FDAF4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96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52800" y="7302500"/>
            <a:ext cx="20726400" cy="174053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88800" y="7302500"/>
            <a:ext cx="20726400" cy="174053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BA0E-E6C1-48AC-A269-B6BACD4E8CFD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5C1B-1A25-4F95-B56F-2D16FDAF4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31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152" y="1460502"/>
            <a:ext cx="42062400" cy="530225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9154" y="6724652"/>
            <a:ext cx="20631148" cy="329564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59154" y="10020300"/>
            <a:ext cx="20631148" cy="147383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88800" y="6724652"/>
            <a:ext cx="20732752" cy="329564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88800" y="10020300"/>
            <a:ext cx="20732752" cy="147383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BA0E-E6C1-48AC-A269-B6BACD4E8CFD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5C1B-1A25-4F95-B56F-2D16FDAF4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9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BA0E-E6C1-48AC-A269-B6BACD4E8CFD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5C1B-1A25-4F95-B56F-2D16FDAF4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09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BA0E-E6C1-48AC-A269-B6BACD4E8CFD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5C1B-1A25-4F95-B56F-2D16FDAF4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61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154" y="1828800"/>
            <a:ext cx="15728948" cy="64008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2752" y="3949702"/>
            <a:ext cx="24688800" cy="19494500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9154" y="8229600"/>
            <a:ext cx="15728948" cy="15246352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BA0E-E6C1-48AC-A269-B6BACD4E8CFD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5C1B-1A25-4F95-B56F-2D16FDAF4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89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154" y="1828800"/>
            <a:ext cx="15728948" cy="64008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732752" y="3949702"/>
            <a:ext cx="24688800" cy="19494500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9154" y="8229600"/>
            <a:ext cx="15728948" cy="15246352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BA0E-E6C1-48AC-A269-B6BACD4E8CFD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5C1B-1A25-4F95-B56F-2D16FDAF4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368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BA0E-E6C1-48AC-A269-B6BACD4E8CFD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5C1B-1A25-4F95-B56F-2D16FDAF4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29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899600" y="1460500"/>
            <a:ext cx="10515600" cy="232473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2800" y="1460500"/>
            <a:ext cx="30937200" cy="2324735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BA0E-E6C1-48AC-A269-B6BACD4E8CFD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5C1B-1A25-4F95-B56F-2D16FDAF4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490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2800" y="1460502"/>
            <a:ext cx="420624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2800" y="7302500"/>
            <a:ext cx="420624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52800" y="25425402"/>
            <a:ext cx="109728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FBA0E-E6C1-48AC-A269-B6BACD4E8CFD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154400" y="25425402"/>
            <a:ext cx="164592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42400" y="25425402"/>
            <a:ext cx="109728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15C1B-1A25-4F95-B56F-2D16FDAF4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237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98D68A1E-7AAC-3AB5-6A84-F15E7E951D25}"/>
              </a:ext>
            </a:extLst>
          </p:cNvPr>
          <p:cNvSpPr txBox="1"/>
          <p:nvPr/>
        </p:nvSpPr>
        <p:spPr>
          <a:xfrm>
            <a:off x="9599355" y="2240347"/>
            <a:ext cx="5250155" cy="1612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06500"/>
            <a:r>
              <a:rPr lang="zh-CN" altLang="en-US" sz="9880" b="1" dirty="0">
                <a:solidFill>
                  <a:srgbClr val="70AD47">
                    <a:lumMod val="20000"/>
                    <a:lumOff val="8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临时文件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6EC5DB-12DE-1235-61F9-CBBA3891747B}"/>
              </a:ext>
            </a:extLst>
          </p:cNvPr>
          <p:cNvSpPr txBox="1"/>
          <p:nvPr/>
        </p:nvSpPr>
        <p:spPr>
          <a:xfrm>
            <a:off x="33776271" y="2278587"/>
            <a:ext cx="5250155" cy="1612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06500"/>
            <a:r>
              <a:rPr lang="zh-CN" altLang="en-US" sz="9880" b="1" dirty="0">
                <a:solidFill>
                  <a:srgbClr val="70AD47">
                    <a:lumMod val="20000"/>
                    <a:lumOff val="8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任务跟进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569B461-105E-B66B-4002-0DCC5DCA0293}"/>
              </a:ext>
            </a:extLst>
          </p:cNvPr>
          <p:cNvSpPr/>
          <p:nvPr/>
        </p:nvSpPr>
        <p:spPr>
          <a:xfrm>
            <a:off x="3568478" y="16295794"/>
            <a:ext cx="17454220" cy="8659980"/>
          </a:xfrm>
          <a:prstGeom prst="rect">
            <a:avLst/>
          </a:prstGeom>
          <a:solidFill>
            <a:srgbClr val="76BE00">
              <a:alpha val="69804"/>
            </a:srgb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6500"/>
            <a:endParaRPr lang="zh-CN" altLang="en-US" sz="86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5719E9D-D10B-FDB0-D829-F4750151A5DE}"/>
              </a:ext>
            </a:extLst>
          </p:cNvPr>
          <p:cNvSpPr txBox="1"/>
          <p:nvPr/>
        </p:nvSpPr>
        <p:spPr>
          <a:xfrm>
            <a:off x="9599355" y="14575183"/>
            <a:ext cx="5250155" cy="1612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06500"/>
            <a:r>
              <a:rPr lang="zh-CN" altLang="en-US" sz="9880" b="1" dirty="0">
                <a:solidFill>
                  <a:srgbClr val="70AD47">
                    <a:lumMod val="20000"/>
                    <a:lumOff val="8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相关资料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3316153-A982-E762-8095-60DE2A1ACCC0}"/>
              </a:ext>
            </a:extLst>
          </p:cNvPr>
          <p:cNvGrpSpPr/>
          <p:nvPr/>
        </p:nvGrpSpPr>
        <p:grpSpPr>
          <a:xfrm>
            <a:off x="27251921" y="14575182"/>
            <a:ext cx="17947675" cy="10380588"/>
            <a:chOff x="3862478" y="317410"/>
            <a:chExt cx="2543886" cy="1471334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9120DB6-3F91-47EA-BC07-C46D1EBB3B9F}"/>
                </a:ext>
              </a:extLst>
            </p:cNvPr>
            <p:cNvSpPr/>
            <p:nvPr/>
          </p:nvSpPr>
          <p:spPr>
            <a:xfrm>
              <a:off x="5234151" y="561287"/>
              <a:ext cx="1172213" cy="1227457"/>
            </a:xfrm>
            <a:prstGeom prst="rect">
              <a:avLst/>
            </a:prstGeom>
            <a:solidFill>
              <a:srgbClr val="76BE00">
                <a:alpha val="69804"/>
              </a:srgbClr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06500"/>
              <a:endParaRPr lang="zh-CN" altLang="en-US" sz="860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886878A-CC48-316B-18DE-A1A56C7A78FD}"/>
                </a:ext>
              </a:extLst>
            </p:cNvPr>
            <p:cNvSpPr txBox="1"/>
            <p:nvPr/>
          </p:nvSpPr>
          <p:spPr>
            <a:xfrm>
              <a:off x="5438102" y="317410"/>
              <a:ext cx="744152" cy="2285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06500"/>
              <a:r>
                <a:rPr lang="zh-CN" altLang="en-US" sz="9880" b="1" dirty="0">
                  <a:solidFill>
                    <a:srgbClr val="70AD47">
                      <a:lumMod val="20000"/>
                      <a:lumOff val="80000"/>
                    </a:srgbClr>
                  </a:solidFill>
                  <a:latin typeface="Calibri" panose="020F0502020204030204"/>
                  <a:ea typeface="等线" panose="02010600030101010101" pitchFamily="2" charset="-122"/>
                </a:rPr>
                <a:t>常用清单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B401218-DED3-AF24-6265-9D1ECFB79716}"/>
                </a:ext>
              </a:extLst>
            </p:cNvPr>
            <p:cNvSpPr/>
            <p:nvPr/>
          </p:nvSpPr>
          <p:spPr>
            <a:xfrm>
              <a:off x="3862478" y="561287"/>
              <a:ext cx="1172213" cy="1227457"/>
            </a:xfrm>
            <a:prstGeom prst="rect">
              <a:avLst/>
            </a:prstGeom>
            <a:solidFill>
              <a:srgbClr val="76BE00">
                <a:alpha val="69804"/>
              </a:srgbClr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06500"/>
              <a:endParaRPr lang="zh-CN" altLang="en-US" sz="860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0D3EBD4-6DAC-DD64-5FF0-3F644CA90653}"/>
                </a:ext>
              </a:extLst>
            </p:cNvPr>
            <p:cNvSpPr txBox="1"/>
            <p:nvPr/>
          </p:nvSpPr>
          <p:spPr>
            <a:xfrm>
              <a:off x="4156197" y="322760"/>
              <a:ext cx="564658" cy="2285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06500"/>
              <a:r>
                <a:rPr lang="zh-CN" altLang="en-US" sz="9880" b="1" dirty="0">
                  <a:solidFill>
                    <a:srgbClr val="70AD47">
                      <a:lumMod val="20000"/>
                      <a:lumOff val="80000"/>
                    </a:srgbClr>
                  </a:solidFill>
                  <a:latin typeface="Calibri" panose="020F0502020204030204"/>
                  <a:ea typeface="等线" panose="02010600030101010101" pitchFamily="2" charset="-122"/>
                </a:rPr>
                <a:t>待处理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70730628-E2FA-1379-8A19-150A9FBBA21E}"/>
              </a:ext>
            </a:extLst>
          </p:cNvPr>
          <p:cNvSpPr/>
          <p:nvPr/>
        </p:nvSpPr>
        <p:spPr>
          <a:xfrm>
            <a:off x="3568478" y="3961446"/>
            <a:ext cx="17454220" cy="8659980"/>
          </a:xfrm>
          <a:prstGeom prst="rect">
            <a:avLst/>
          </a:prstGeom>
          <a:solidFill>
            <a:srgbClr val="76BE00">
              <a:alpha val="69804"/>
            </a:srgb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6500"/>
            <a:endParaRPr lang="zh-CN" altLang="en-US" sz="86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0E84394-C079-F176-B696-BBF99EA7DE49}"/>
              </a:ext>
            </a:extLst>
          </p:cNvPr>
          <p:cNvGrpSpPr/>
          <p:nvPr/>
        </p:nvGrpSpPr>
        <p:grpSpPr>
          <a:xfrm>
            <a:off x="27745386" y="3961446"/>
            <a:ext cx="17454220" cy="8659980"/>
            <a:chOff x="6936337" y="990351"/>
            <a:chExt cx="4363555" cy="216499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DA8220A-C1CD-EFBF-3E31-CD86540FDF08}"/>
                </a:ext>
              </a:extLst>
            </p:cNvPr>
            <p:cNvSpPr/>
            <p:nvPr/>
          </p:nvSpPr>
          <p:spPr>
            <a:xfrm>
              <a:off x="6936337" y="990351"/>
              <a:ext cx="4363555" cy="2164995"/>
            </a:xfrm>
            <a:prstGeom prst="rect">
              <a:avLst/>
            </a:prstGeom>
            <a:solidFill>
              <a:srgbClr val="76BE00">
                <a:alpha val="69804"/>
              </a:srgbClr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06500"/>
              <a:endParaRPr lang="zh-CN" altLang="en-US" sz="860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E6D9F82-FCBC-A092-955B-610E294300BC}"/>
                </a:ext>
              </a:extLst>
            </p:cNvPr>
            <p:cNvCxnSpPr>
              <a:cxnSpLocks/>
            </p:cNvCxnSpPr>
            <p:nvPr/>
          </p:nvCxnSpPr>
          <p:spPr>
            <a:xfrm>
              <a:off x="9845371" y="1007702"/>
              <a:ext cx="0" cy="2122832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877F4A3C-B4CF-54CB-788C-0641AF6C1A56}"/>
                </a:ext>
              </a:extLst>
            </p:cNvPr>
            <p:cNvCxnSpPr>
              <a:cxnSpLocks/>
            </p:cNvCxnSpPr>
            <p:nvPr/>
          </p:nvCxnSpPr>
          <p:spPr>
            <a:xfrm>
              <a:off x="8390853" y="1007702"/>
              <a:ext cx="0" cy="2122832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8A3EA1D-C97B-15B5-C17A-524A5874993B}"/>
              </a:ext>
            </a:extLst>
          </p:cNvPr>
          <p:cNvCxnSpPr>
            <a:cxnSpLocks/>
          </p:cNvCxnSpPr>
          <p:nvPr/>
        </p:nvCxnSpPr>
        <p:spPr>
          <a:xfrm>
            <a:off x="15204580" y="16293600"/>
            <a:ext cx="0" cy="8491328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6CD99B3-5506-D50F-DAF1-6D8876E368DD}"/>
              </a:ext>
            </a:extLst>
          </p:cNvPr>
          <p:cNvCxnSpPr>
            <a:cxnSpLocks/>
          </p:cNvCxnSpPr>
          <p:nvPr/>
        </p:nvCxnSpPr>
        <p:spPr>
          <a:xfrm>
            <a:off x="9386508" y="16293600"/>
            <a:ext cx="0" cy="8491328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A633B760-A145-0C41-ED4D-E74202169F67}"/>
              </a:ext>
            </a:extLst>
          </p:cNvPr>
          <p:cNvGrpSpPr/>
          <p:nvPr/>
        </p:nvGrpSpPr>
        <p:grpSpPr>
          <a:xfrm>
            <a:off x="29979748" y="11105480"/>
            <a:ext cx="13900048" cy="1600440"/>
            <a:chOff x="1408616" y="2776369"/>
            <a:chExt cx="3475013" cy="400110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34ED815D-F94E-91F0-0B3D-5CB931ECB3F7}"/>
                </a:ext>
              </a:extLst>
            </p:cNvPr>
            <p:cNvSpPr/>
            <p:nvPr/>
          </p:nvSpPr>
          <p:spPr>
            <a:xfrm>
              <a:off x="1408616" y="2776369"/>
              <a:ext cx="421510" cy="400110"/>
            </a:xfrm>
            <a:prstGeom prst="rect">
              <a:avLst/>
            </a:prstGeom>
            <a:noFill/>
          </p:spPr>
          <p:txBody>
            <a:bodyPr wrap="none" lIns="365760" tIns="182880" rIns="365760" bIns="182880">
              <a:spAutoFit/>
            </a:bodyPr>
            <a:lstStyle/>
            <a:p>
              <a:pPr algn="ctr"/>
              <a:r>
                <a:rPr lang="en-US" altLang="zh-CN" sz="8000" b="1" spc="20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AI</a:t>
              </a:r>
              <a:endParaRPr lang="zh-CN" altLang="en-US" sz="8000" b="1" spc="20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54B3C0C-4249-AA84-30C4-0A4A5544A541}"/>
                </a:ext>
              </a:extLst>
            </p:cNvPr>
            <p:cNvSpPr/>
            <p:nvPr/>
          </p:nvSpPr>
          <p:spPr>
            <a:xfrm>
              <a:off x="2718662" y="2776369"/>
              <a:ext cx="710451" cy="400110"/>
            </a:xfrm>
            <a:prstGeom prst="rect">
              <a:avLst/>
            </a:prstGeom>
            <a:noFill/>
          </p:spPr>
          <p:txBody>
            <a:bodyPr wrap="none" lIns="365760" tIns="182880" rIns="365760" bIns="182880">
              <a:spAutoFit/>
            </a:bodyPr>
            <a:lstStyle/>
            <a:p>
              <a:pPr algn="ctr"/>
              <a:r>
                <a:rPr lang="zh-CN" altLang="en-US" sz="8000" b="1" spc="20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肿瘤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9F68B1B8-F747-D22F-4B60-1FBDA4F155D1}"/>
                </a:ext>
              </a:extLst>
            </p:cNvPr>
            <p:cNvSpPr/>
            <p:nvPr/>
          </p:nvSpPr>
          <p:spPr>
            <a:xfrm>
              <a:off x="4173178" y="2776369"/>
              <a:ext cx="710451" cy="400110"/>
            </a:xfrm>
            <a:prstGeom prst="rect">
              <a:avLst/>
            </a:prstGeom>
            <a:noFill/>
          </p:spPr>
          <p:txBody>
            <a:bodyPr wrap="none" lIns="365760" tIns="182880" rIns="365760" bIns="182880">
              <a:spAutoFit/>
            </a:bodyPr>
            <a:lstStyle/>
            <a:p>
              <a:pPr algn="ctr"/>
              <a:r>
                <a:rPr lang="zh-CN" altLang="en-US" sz="8000" b="1" spc="20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生育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D8BC81BD-B707-80D5-0494-F9A9447CE914}"/>
              </a:ext>
            </a:extLst>
          </p:cNvPr>
          <p:cNvGrpSpPr/>
          <p:nvPr/>
        </p:nvGrpSpPr>
        <p:grpSpPr>
          <a:xfrm>
            <a:off x="5634496" y="23184488"/>
            <a:ext cx="13900048" cy="1600440"/>
            <a:chOff x="1408616" y="2776369"/>
            <a:chExt cx="3475013" cy="400110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1B65DA4-C6E5-1B70-40F0-54460A67056C}"/>
                </a:ext>
              </a:extLst>
            </p:cNvPr>
            <p:cNvSpPr/>
            <p:nvPr/>
          </p:nvSpPr>
          <p:spPr>
            <a:xfrm>
              <a:off x="1408616" y="2776369"/>
              <a:ext cx="421510" cy="400110"/>
            </a:xfrm>
            <a:prstGeom prst="rect">
              <a:avLst/>
            </a:prstGeom>
            <a:noFill/>
          </p:spPr>
          <p:txBody>
            <a:bodyPr wrap="none" lIns="365760" tIns="182880" rIns="365760" bIns="182880">
              <a:spAutoFit/>
            </a:bodyPr>
            <a:lstStyle/>
            <a:p>
              <a:pPr algn="ctr"/>
              <a:r>
                <a:rPr lang="en-US" altLang="zh-CN" sz="8000" b="1" spc="20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AI</a:t>
              </a:r>
              <a:endParaRPr lang="zh-CN" altLang="en-US" sz="8000" b="1" spc="20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FEEB506A-8A53-CFA9-4674-9465232D72ED}"/>
                </a:ext>
              </a:extLst>
            </p:cNvPr>
            <p:cNvSpPr/>
            <p:nvPr/>
          </p:nvSpPr>
          <p:spPr>
            <a:xfrm>
              <a:off x="2718662" y="2776369"/>
              <a:ext cx="710451" cy="400110"/>
            </a:xfrm>
            <a:prstGeom prst="rect">
              <a:avLst/>
            </a:prstGeom>
            <a:noFill/>
          </p:spPr>
          <p:txBody>
            <a:bodyPr wrap="none" lIns="365760" tIns="182880" rIns="365760" bIns="182880">
              <a:spAutoFit/>
            </a:bodyPr>
            <a:lstStyle/>
            <a:p>
              <a:pPr algn="ctr"/>
              <a:r>
                <a:rPr lang="zh-CN" altLang="en-US" sz="8000" b="1" spc="20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肿瘤</a:t>
              </a: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A7224852-59F2-850F-0C53-A7FF7C8FAA8D}"/>
                </a:ext>
              </a:extLst>
            </p:cNvPr>
            <p:cNvSpPr/>
            <p:nvPr/>
          </p:nvSpPr>
          <p:spPr>
            <a:xfrm>
              <a:off x="4173178" y="2776369"/>
              <a:ext cx="710451" cy="400110"/>
            </a:xfrm>
            <a:prstGeom prst="rect">
              <a:avLst/>
            </a:prstGeom>
            <a:noFill/>
          </p:spPr>
          <p:txBody>
            <a:bodyPr wrap="none" lIns="365760" tIns="182880" rIns="365760" bIns="182880">
              <a:spAutoFit/>
            </a:bodyPr>
            <a:lstStyle/>
            <a:p>
              <a:pPr algn="ctr"/>
              <a:r>
                <a:rPr lang="zh-CN" altLang="en-US" sz="8000" b="1" spc="20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生育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283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</TotalTime>
  <Words>16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刘博(Bo Liu)</dc:creator>
  <cp:lastModifiedBy>刘博(Bo Liu)</cp:lastModifiedBy>
  <cp:revision>4</cp:revision>
  <dcterms:created xsi:type="dcterms:W3CDTF">2024-11-20T06:49:53Z</dcterms:created>
  <dcterms:modified xsi:type="dcterms:W3CDTF">2025-02-07T09:54:46Z</dcterms:modified>
</cp:coreProperties>
</file>