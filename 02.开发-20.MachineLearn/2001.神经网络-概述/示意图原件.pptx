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86" d="100"/>
          <a:sy n="186" d="100"/>
        </p:scale>
        <p:origin x="162" y="15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5FC92F-319E-E8F5-4F59-6BBE0A1399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253F294-ACA2-2EB6-6DEA-9825A0B8DF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0E6E73-7616-3DC4-D0EC-0857C6560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2616-EC63-4723-A846-FAE4626DA4E7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B09C89-A1C9-7E05-63A0-E4B088B0C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675B95-0A36-26E8-5041-9868A1C5D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EF45A-952F-4F14-9E55-A6E06E4029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738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30B35D-67BF-584D-026D-CF6971837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F9D965-D387-76F0-3ED2-12A85DAFF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9F2D75-080D-A2B6-0D83-1C026C091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2616-EC63-4723-A846-FAE4626DA4E7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073ADB-F391-C1F7-0867-CF5378A79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67DEA1-FC50-D7EB-10E6-ABA3E2152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EF45A-952F-4F14-9E55-A6E06E4029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669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CF84CD-9077-6089-3030-3746D0F45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BB4D72-6102-4B54-0509-5B5C0B681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66772C-205C-9D76-25C8-47F07028C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2616-EC63-4723-A846-FAE4626DA4E7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5991E5-B2C7-D88E-186D-CB9B2A0B7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4A3FC2-BBC6-54BB-7094-093207770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EF45A-952F-4F14-9E55-A6E06E4029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711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72E414-16BF-C2AE-09B5-4E76F5626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2F5182-A59F-1531-7F67-F8F6B122D3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71655C-99BF-0347-032B-80D12248E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15A10E-752D-4E60-E0E6-6C4CB86E4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2616-EC63-4723-A846-FAE4626DA4E7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038A2E4-56FA-0E06-A184-F0C3952CC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0AE660-0505-8BDF-EF8B-ADB89E168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EF45A-952F-4F14-9E55-A6E06E4029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3935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112F1B-CBF4-822C-6486-C87D94EDA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9D6F20-9BF9-FE37-C2FB-AA486B6ED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E01D33-87FB-210D-FE8A-0B61B2A258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B647DCB-741D-AF70-7390-BC11DEB4AC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37BBD4A-1078-8C15-752C-1FCD8F2341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FD27BEA-E191-1B3A-9924-9940BE58B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2616-EC63-4723-A846-FAE4626DA4E7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565C894-9C27-0969-8F72-FC05D6EF2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D7A0CB5-6C5E-5165-07F6-BFD1A1076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EF45A-952F-4F14-9E55-A6E06E4029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7333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AE059F-4375-A006-C6A3-65E16627B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8B69B7D-AEAF-4343-8F8E-13EF56745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2616-EC63-4723-A846-FAE4626DA4E7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DE2606-99E3-D300-7D9C-C5AA8E73B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0000D30-CFF1-15FE-1B46-54906207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EF45A-952F-4F14-9E55-A6E06E4029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446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55207B4-3B84-2883-0B49-664243A3D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2616-EC63-4723-A846-FAE4626DA4E7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267095F-113F-A4BF-E71D-9A914DDE8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31B4F1-AE44-3031-9208-F6D4C9F55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EF45A-952F-4F14-9E55-A6E06E4029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9024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27A8B-8087-56F4-436E-3A197F238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FC2FA2-B43A-53F4-5B73-3B1FD2C43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3A2FFFE-18EC-7ECA-8F6E-4B08849D03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2EB5F6-91BA-F22B-B3C2-9670DBC35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2616-EC63-4723-A846-FAE4626DA4E7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B4DBB6-556A-85B4-8C31-5467C2C2E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CFFA15-E67A-8975-8521-0A079BD8B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EF45A-952F-4F14-9E55-A6E06E4029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303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5693BA-03B6-063F-A6D1-81509F685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E6D29EC-B637-62B0-244D-3EDBFDA274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BF50025-E07F-8158-1D51-550958A271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6ECDCC-13AB-98E4-FE86-0C10AAB5C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2616-EC63-4723-A846-FAE4626DA4E7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2CF321-84B3-1571-EA33-431AF2A25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EB12E3-9140-66C6-952C-8F1B38E7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EF45A-952F-4F14-9E55-A6E06E4029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780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2AD4DC-7E45-4AC2-3CBA-5E2ECF2DF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EE30217-FDC3-2C64-DBBC-4FFD6938F6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242D84-F569-64DC-FA53-C0F6D7E31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2616-EC63-4723-A846-FAE4626DA4E7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91B653-3604-630F-FDE7-E334D5818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E91BE8-67ED-7C7A-D811-5FFB21302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EF45A-952F-4F14-9E55-A6E06E4029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443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9C05E1D-17D6-11FB-4B72-65D3AECC54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AE1A873-CD4F-DB57-05FC-62FE4E6E2B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50357A-2D55-D265-71BA-E0BAAA4F3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2616-EC63-4723-A846-FAE4626DA4E7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B888CD-42B8-C248-3EFD-62610B519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06AD99-907E-1639-D9FB-B6963C933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EF45A-952F-4F14-9E55-A6E06E4029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085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40FB4C7-1F39-84DE-FDBA-7BE6BDCC3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7E82C6-52C6-FE83-7C8D-6B63491B04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1AD18E-454D-948E-34C1-7523330D88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CB2616-EC63-4723-A846-FAE4626DA4E7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A39683-A2C8-3532-84FB-5F7DDAF6AD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BE1E54-A025-E918-E81A-0DD2DE0B29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6EF45A-952F-4F14-9E55-A6E06E4029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5040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F416A920-36CF-62AD-CB50-29DEE953992B}"/>
              </a:ext>
            </a:extLst>
          </p:cNvPr>
          <p:cNvGrpSpPr/>
          <p:nvPr/>
        </p:nvGrpSpPr>
        <p:grpSpPr>
          <a:xfrm>
            <a:off x="1620336" y="857546"/>
            <a:ext cx="1710355" cy="639606"/>
            <a:chOff x="1601384" y="1094437"/>
            <a:chExt cx="1710355" cy="639606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40D18EDF-98CD-C5DE-DA7A-BD5C31F1C3E7}"/>
                </a:ext>
              </a:extLst>
            </p:cNvPr>
            <p:cNvSpPr/>
            <p:nvPr/>
          </p:nvSpPr>
          <p:spPr>
            <a:xfrm>
              <a:off x="2672133" y="1094437"/>
              <a:ext cx="639606" cy="63960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7B4AD76B-CE14-AA4D-9D6A-2E47A86EE892}"/>
                </a:ext>
              </a:extLst>
            </p:cNvPr>
            <p:cNvSpPr txBox="1"/>
            <p:nvPr/>
          </p:nvSpPr>
          <p:spPr>
            <a:xfrm>
              <a:off x="1601384" y="1229574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需求强度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BF4048A-DFD1-B399-61D6-0E04B7CF656F}"/>
              </a:ext>
            </a:extLst>
          </p:cNvPr>
          <p:cNvGrpSpPr/>
          <p:nvPr/>
        </p:nvGrpSpPr>
        <p:grpSpPr>
          <a:xfrm>
            <a:off x="1620336" y="1820746"/>
            <a:ext cx="1710355" cy="639606"/>
            <a:chOff x="1601384" y="2421028"/>
            <a:chExt cx="1710355" cy="639606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E7C9C9F0-7465-9CD7-46F8-992EF657EC5D}"/>
                </a:ext>
              </a:extLst>
            </p:cNvPr>
            <p:cNvSpPr/>
            <p:nvPr/>
          </p:nvSpPr>
          <p:spPr>
            <a:xfrm>
              <a:off x="2672133" y="2421028"/>
              <a:ext cx="639606" cy="63960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53AA1D5D-4E9B-2688-C4B9-C397C60FFCD9}"/>
                </a:ext>
              </a:extLst>
            </p:cNvPr>
            <p:cNvSpPr txBox="1"/>
            <p:nvPr/>
          </p:nvSpPr>
          <p:spPr>
            <a:xfrm>
              <a:off x="1601384" y="2556165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技术难度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FA5DE86-0B38-51A7-932D-B3267AD9A02A}"/>
              </a:ext>
            </a:extLst>
          </p:cNvPr>
          <p:cNvGrpSpPr/>
          <p:nvPr/>
        </p:nvGrpSpPr>
        <p:grpSpPr>
          <a:xfrm>
            <a:off x="1620336" y="2783946"/>
            <a:ext cx="1710355" cy="639606"/>
            <a:chOff x="1601384" y="3797367"/>
            <a:chExt cx="1710355" cy="639606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299EA687-BCAE-7C30-2ED7-9E8B6FC3C580}"/>
                </a:ext>
              </a:extLst>
            </p:cNvPr>
            <p:cNvSpPr/>
            <p:nvPr/>
          </p:nvSpPr>
          <p:spPr>
            <a:xfrm>
              <a:off x="2672133" y="3797367"/>
              <a:ext cx="639606" cy="63960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D810A0F-67C5-D34C-3A8C-7F9812BE90BB}"/>
                </a:ext>
              </a:extLst>
            </p:cNvPr>
            <p:cNvSpPr txBox="1"/>
            <p:nvPr/>
          </p:nvSpPr>
          <p:spPr>
            <a:xfrm>
              <a:off x="1601384" y="3932504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开发排期</a:t>
              </a: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5EC9217D-0D46-CBF6-8803-9DF0FE9E44CC}"/>
              </a:ext>
            </a:extLst>
          </p:cNvPr>
          <p:cNvGrpSpPr/>
          <p:nvPr/>
        </p:nvGrpSpPr>
        <p:grpSpPr>
          <a:xfrm>
            <a:off x="1620336" y="4710346"/>
            <a:ext cx="1710355" cy="639606"/>
            <a:chOff x="1601384" y="4853903"/>
            <a:chExt cx="1710355" cy="639606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3B9FF257-A899-E2F6-92B9-4BD3509B8828}"/>
                </a:ext>
              </a:extLst>
            </p:cNvPr>
            <p:cNvSpPr/>
            <p:nvPr/>
          </p:nvSpPr>
          <p:spPr>
            <a:xfrm>
              <a:off x="2672133" y="4853903"/>
              <a:ext cx="639606" cy="63960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EEB7E5A1-E179-83F8-248A-06DC03A26976}"/>
                </a:ext>
              </a:extLst>
            </p:cNvPr>
            <p:cNvSpPr txBox="1"/>
            <p:nvPr/>
          </p:nvSpPr>
          <p:spPr>
            <a:xfrm>
              <a:off x="1601384" y="4993888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预期收益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3817DABF-66F4-B208-5753-C219349CEFB5}"/>
              </a:ext>
            </a:extLst>
          </p:cNvPr>
          <p:cNvGrpSpPr/>
          <p:nvPr/>
        </p:nvGrpSpPr>
        <p:grpSpPr>
          <a:xfrm>
            <a:off x="1620336" y="5673548"/>
            <a:ext cx="1710355" cy="639606"/>
            <a:chOff x="1601384" y="5910439"/>
            <a:chExt cx="1710355" cy="639606"/>
          </a:xfrm>
        </p:grpSpPr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FC090DE8-41DD-1EA7-14E9-EA7EB2CC525A}"/>
                </a:ext>
              </a:extLst>
            </p:cNvPr>
            <p:cNvSpPr/>
            <p:nvPr/>
          </p:nvSpPr>
          <p:spPr>
            <a:xfrm>
              <a:off x="2672133" y="5910439"/>
              <a:ext cx="639606" cy="63960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3B2296CD-567F-F2F5-ACA9-2056AA285932}"/>
                </a:ext>
              </a:extLst>
            </p:cNvPr>
            <p:cNvSpPr txBox="1"/>
            <p:nvPr/>
          </p:nvSpPr>
          <p:spPr>
            <a:xfrm>
              <a:off x="1601384" y="6050424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项目分红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82AED01B-D909-65D8-5FCA-E6CDE403ED21}"/>
              </a:ext>
            </a:extLst>
          </p:cNvPr>
          <p:cNvGrpSpPr/>
          <p:nvPr/>
        </p:nvGrpSpPr>
        <p:grpSpPr>
          <a:xfrm>
            <a:off x="1620336" y="3747146"/>
            <a:ext cx="1710355" cy="639606"/>
            <a:chOff x="1601384" y="3797367"/>
            <a:chExt cx="1710355" cy="639606"/>
          </a:xfrm>
        </p:grpSpPr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D3E4D096-5898-86B7-2CAF-88D9BF23332D}"/>
                </a:ext>
              </a:extLst>
            </p:cNvPr>
            <p:cNvSpPr/>
            <p:nvPr/>
          </p:nvSpPr>
          <p:spPr>
            <a:xfrm>
              <a:off x="2672133" y="3797367"/>
              <a:ext cx="639606" cy="63960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17D37846-EACE-7BDA-C354-2BE7E58EB53A}"/>
                </a:ext>
              </a:extLst>
            </p:cNvPr>
            <p:cNvSpPr txBox="1"/>
            <p:nvPr/>
          </p:nvSpPr>
          <p:spPr>
            <a:xfrm>
              <a:off x="1601384" y="3932504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开发周期</a:t>
              </a: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271E8DF9-F289-011E-E3C5-9F4B8B1857F9}"/>
              </a:ext>
            </a:extLst>
          </p:cNvPr>
          <p:cNvGrpSpPr/>
          <p:nvPr/>
        </p:nvGrpSpPr>
        <p:grpSpPr>
          <a:xfrm>
            <a:off x="4844754" y="1507285"/>
            <a:ext cx="1107996" cy="1081864"/>
            <a:chOff x="2437938" y="1094437"/>
            <a:chExt cx="1107996" cy="1081864"/>
          </a:xfrm>
        </p:grpSpPr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D49A18C5-1097-26BA-A2D1-AE59EACDB38A}"/>
                </a:ext>
              </a:extLst>
            </p:cNvPr>
            <p:cNvSpPr/>
            <p:nvPr/>
          </p:nvSpPr>
          <p:spPr>
            <a:xfrm>
              <a:off x="2672133" y="1094437"/>
              <a:ext cx="639606" cy="63960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0980605D-789F-BCA6-EE9C-1AE272F6D3F9}"/>
                </a:ext>
              </a:extLst>
            </p:cNvPr>
            <p:cNvSpPr txBox="1"/>
            <p:nvPr/>
          </p:nvSpPr>
          <p:spPr>
            <a:xfrm>
              <a:off x="2437938" y="1806969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技术水平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BEF6C4A5-2756-A965-2074-E106D93D60D5}"/>
              </a:ext>
            </a:extLst>
          </p:cNvPr>
          <p:cNvGrpSpPr/>
          <p:nvPr/>
        </p:nvGrpSpPr>
        <p:grpSpPr>
          <a:xfrm>
            <a:off x="5072224" y="3051087"/>
            <a:ext cx="646331" cy="1081864"/>
            <a:chOff x="2551673" y="1094437"/>
            <a:chExt cx="646331" cy="1081864"/>
          </a:xfrm>
        </p:grpSpPr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C3063134-7121-CBD2-7EAC-369B416A0324}"/>
                </a:ext>
              </a:extLst>
            </p:cNvPr>
            <p:cNvSpPr/>
            <p:nvPr/>
          </p:nvSpPr>
          <p:spPr>
            <a:xfrm>
              <a:off x="2555035" y="1094437"/>
              <a:ext cx="639606" cy="63960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8EA7894B-C80E-6FCB-7A5D-D2218422BEE5}"/>
                </a:ext>
              </a:extLst>
            </p:cNvPr>
            <p:cNvSpPr txBox="1"/>
            <p:nvPr/>
          </p:nvSpPr>
          <p:spPr>
            <a:xfrm>
              <a:off x="2551673" y="180696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排期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9365FA52-9095-B54C-0283-24410FFD81E3}"/>
              </a:ext>
            </a:extLst>
          </p:cNvPr>
          <p:cNvGrpSpPr/>
          <p:nvPr/>
        </p:nvGrpSpPr>
        <p:grpSpPr>
          <a:xfrm>
            <a:off x="4844754" y="4581551"/>
            <a:ext cx="1107996" cy="1081864"/>
            <a:chOff x="2437938" y="1094437"/>
            <a:chExt cx="1107996" cy="1081864"/>
          </a:xfrm>
        </p:grpSpPr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3C254757-B275-F0E2-05DB-E1BEE6500737}"/>
                </a:ext>
              </a:extLst>
            </p:cNvPr>
            <p:cNvSpPr/>
            <p:nvPr/>
          </p:nvSpPr>
          <p:spPr>
            <a:xfrm>
              <a:off x="2672133" y="1094437"/>
              <a:ext cx="639606" cy="63960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FA32E9CB-0689-7B19-08E8-A175DC44D43C}"/>
                </a:ext>
              </a:extLst>
            </p:cNvPr>
            <p:cNvSpPr txBox="1"/>
            <p:nvPr/>
          </p:nvSpPr>
          <p:spPr>
            <a:xfrm>
              <a:off x="2437938" y="1806969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用户影响</a:t>
              </a: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ABE8A8EF-64E7-39B3-DB2D-78593D14F2F6}"/>
              </a:ext>
            </a:extLst>
          </p:cNvPr>
          <p:cNvGrpSpPr/>
          <p:nvPr/>
        </p:nvGrpSpPr>
        <p:grpSpPr>
          <a:xfrm>
            <a:off x="7264815" y="2384654"/>
            <a:ext cx="1336810" cy="639606"/>
            <a:chOff x="2672133" y="1094437"/>
            <a:chExt cx="1336810" cy="639606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33ADB8CC-3D8D-04A4-513A-CD4ED582BDE7}"/>
                </a:ext>
              </a:extLst>
            </p:cNvPr>
            <p:cNvSpPr/>
            <p:nvPr/>
          </p:nvSpPr>
          <p:spPr>
            <a:xfrm>
              <a:off x="2672133" y="1094437"/>
              <a:ext cx="639606" cy="63960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76E459F3-351A-1F8F-643B-F6F9B89C176E}"/>
                </a:ext>
              </a:extLst>
            </p:cNvPr>
            <p:cNvSpPr txBox="1"/>
            <p:nvPr/>
          </p:nvSpPr>
          <p:spPr>
            <a:xfrm>
              <a:off x="3362612" y="1229574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开发</a:t>
              </a: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2E2E23F2-3B0A-F965-89D7-0CF041803AE6}"/>
              </a:ext>
            </a:extLst>
          </p:cNvPr>
          <p:cNvGrpSpPr/>
          <p:nvPr/>
        </p:nvGrpSpPr>
        <p:grpSpPr>
          <a:xfrm>
            <a:off x="7264815" y="4146440"/>
            <a:ext cx="1596496" cy="639606"/>
            <a:chOff x="2672133" y="1094437"/>
            <a:chExt cx="1596496" cy="639606"/>
          </a:xfrm>
        </p:grpSpPr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92A51A19-0C97-BE88-0AFA-1C93B35FD09C}"/>
                </a:ext>
              </a:extLst>
            </p:cNvPr>
            <p:cNvSpPr/>
            <p:nvPr/>
          </p:nvSpPr>
          <p:spPr>
            <a:xfrm>
              <a:off x="2672133" y="1094437"/>
              <a:ext cx="639606" cy="63960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584AEA6C-03E0-A00C-1834-932B0F0BDEEA}"/>
                </a:ext>
              </a:extLst>
            </p:cNvPr>
            <p:cNvSpPr txBox="1"/>
            <p:nvPr/>
          </p:nvSpPr>
          <p:spPr>
            <a:xfrm>
              <a:off x="3362612" y="1229574"/>
              <a:ext cx="9060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不开发</a:t>
              </a:r>
            </a:p>
          </p:txBody>
        </p:sp>
      </p:grp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219227BC-C1CA-BF37-D22F-F6E1CB60F08B}"/>
              </a:ext>
            </a:extLst>
          </p:cNvPr>
          <p:cNvCxnSpPr>
            <a:stCxn id="4" idx="6"/>
            <a:endCxn id="23" idx="2"/>
          </p:cNvCxnSpPr>
          <p:nvPr/>
        </p:nvCxnSpPr>
        <p:spPr>
          <a:xfrm>
            <a:off x="3330691" y="1177349"/>
            <a:ext cx="1748258" cy="649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62C6F2E5-DBE2-1AA0-6024-B4542FDBFB73}"/>
              </a:ext>
            </a:extLst>
          </p:cNvPr>
          <p:cNvCxnSpPr>
            <a:cxnSpLocks/>
            <a:stCxn id="4" idx="6"/>
            <a:endCxn id="26" idx="2"/>
          </p:cNvCxnSpPr>
          <p:nvPr/>
        </p:nvCxnSpPr>
        <p:spPr>
          <a:xfrm>
            <a:off x="3330691" y="1177349"/>
            <a:ext cx="1744895" cy="21935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02A8E9FB-82F6-73C6-CBF9-72D2F8C3B709}"/>
              </a:ext>
            </a:extLst>
          </p:cNvPr>
          <p:cNvCxnSpPr>
            <a:cxnSpLocks/>
            <a:stCxn id="4" idx="6"/>
            <a:endCxn id="29" idx="2"/>
          </p:cNvCxnSpPr>
          <p:nvPr/>
        </p:nvCxnSpPr>
        <p:spPr>
          <a:xfrm>
            <a:off x="3330691" y="1177349"/>
            <a:ext cx="1748258" cy="37240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3EAE2B8C-2083-03DD-67BE-23B446CB7402}"/>
              </a:ext>
            </a:extLst>
          </p:cNvPr>
          <p:cNvCxnSpPr>
            <a:cxnSpLocks/>
            <a:stCxn id="5" idx="6"/>
            <a:endCxn id="23" idx="2"/>
          </p:cNvCxnSpPr>
          <p:nvPr/>
        </p:nvCxnSpPr>
        <p:spPr>
          <a:xfrm flipV="1">
            <a:off x="3330691" y="1827088"/>
            <a:ext cx="1748258" cy="313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82A71E31-5CC3-30BB-AF9E-898BEBB4B21A}"/>
              </a:ext>
            </a:extLst>
          </p:cNvPr>
          <p:cNvCxnSpPr>
            <a:cxnSpLocks/>
            <a:stCxn id="5" idx="6"/>
            <a:endCxn id="26" idx="2"/>
          </p:cNvCxnSpPr>
          <p:nvPr/>
        </p:nvCxnSpPr>
        <p:spPr>
          <a:xfrm>
            <a:off x="3330691" y="2140549"/>
            <a:ext cx="1744895" cy="1230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54E022B6-F10C-A467-8540-E289A99B835D}"/>
              </a:ext>
            </a:extLst>
          </p:cNvPr>
          <p:cNvCxnSpPr>
            <a:cxnSpLocks/>
            <a:stCxn id="5" idx="6"/>
            <a:endCxn id="29" idx="2"/>
          </p:cNvCxnSpPr>
          <p:nvPr/>
        </p:nvCxnSpPr>
        <p:spPr>
          <a:xfrm>
            <a:off x="3330691" y="2140549"/>
            <a:ext cx="1748258" cy="27608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47369EC4-DCB4-5373-B1AC-AF49DB8B4EF9}"/>
              </a:ext>
            </a:extLst>
          </p:cNvPr>
          <p:cNvCxnSpPr>
            <a:stCxn id="6" idx="6"/>
            <a:endCxn id="26" idx="2"/>
          </p:cNvCxnSpPr>
          <p:nvPr/>
        </p:nvCxnSpPr>
        <p:spPr>
          <a:xfrm>
            <a:off x="3330691" y="3103749"/>
            <a:ext cx="1744895" cy="267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915093AB-E8D2-D42B-EDB0-2B0572837C7B}"/>
              </a:ext>
            </a:extLst>
          </p:cNvPr>
          <p:cNvCxnSpPr>
            <a:cxnSpLocks/>
            <a:stCxn id="6" idx="6"/>
            <a:endCxn id="23" idx="2"/>
          </p:cNvCxnSpPr>
          <p:nvPr/>
        </p:nvCxnSpPr>
        <p:spPr>
          <a:xfrm flipV="1">
            <a:off x="3330691" y="1827088"/>
            <a:ext cx="1748258" cy="1276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8ED5434B-D604-D97D-5C95-89CC53D94735}"/>
              </a:ext>
            </a:extLst>
          </p:cNvPr>
          <p:cNvCxnSpPr>
            <a:cxnSpLocks/>
            <a:stCxn id="6" idx="6"/>
            <a:endCxn id="29" idx="2"/>
          </p:cNvCxnSpPr>
          <p:nvPr/>
        </p:nvCxnSpPr>
        <p:spPr>
          <a:xfrm>
            <a:off x="3330691" y="3103749"/>
            <a:ext cx="1748258" cy="17976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B50294F2-2435-0C13-A7CC-410876279F73}"/>
              </a:ext>
            </a:extLst>
          </p:cNvPr>
          <p:cNvCxnSpPr>
            <a:cxnSpLocks/>
            <a:stCxn id="20" idx="6"/>
            <a:endCxn id="29" idx="2"/>
          </p:cNvCxnSpPr>
          <p:nvPr/>
        </p:nvCxnSpPr>
        <p:spPr>
          <a:xfrm>
            <a:off x="3330691" y="4066949"/>
            <a:ext cx="1748258" cy="834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0CAB9D7F-B570-E5F6-5D70-6E58472CEE47}"/>
              </a:ext>
            </a:extLst>
          </p:cNvPr>
          <p:cNvCxnSpPr>
            <a:cxnSpLocks/>
            <a:stCxn id="20" idx="6"/>
            <a:endCxn id="26" idx="2"/>
          </p:cNvCxnSpPr>
          <p:nvPr/>
        </p:nvCxnSpPr>
        <p:spPr>
          <a:xfrm flipV="1">
            <a:off x="3330691" y="3370890"/>
            <a:ext cx="1744895" cy="696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4A56661A-46CC-616D-738A-E27110656DD8}"/>
              </a:ext>
            </a:extLst>
          </p:cNvPr>
          <p:cNvCxnSpPr>
            <a:cxnSpLocks/>
            <a:stCxn id="20" idx="6"/>
            <a:endCxn id="23" idx="2"/>
          </p:cNvCxnSpPr>
          <p:nvPr/>
        </p:nvCxnSpPr>
        <p:spPr>
          <a:xfrm flipV="1">
            <a:off x="3330691" y="1827088"/>
            <a:ext cx="1748258" cy="2239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88B02716-B2A7-9D04-3619-379F9F81D0EC}"/>
              </a:ext>
            </a:extLst>
          </p:cNvPr>
          <p:cNvCxnSpPr>
            <a:cxnSpLocks/>
            <a:stCxn id="7" idx="6"/>
            <a:endCxn id="29" idx="2"/>
          </p:cNvCxnSpPr>
          <p:nvPr/>
        </p:nvCxnSpPr>
        <p:spPr>
          <a:xfrm flipV="1">
            <a:off x="3330691" y="4901354"/>
            <a:ext cx="1748258" cy="1287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E2126B6A-CF72-1A7B-D62F-5EBB216E6FF3}"/>
              </a:ext>
            </a:extLst>
          </p:cNvPr>
          <p:cNvCxnSpPr>
            <a:cxnSpLocks/>
            <a:stCxn id="7" idx="6"/>
            <a:endCxn id="26" idx="2"/>
          </p:cNvCxnSpPr>
          <p:nvPr/>
        </p:nvCxnSpPr>
        <p:spPr>
          <a:xfrm flipV="1">
            <a:off x="3330691" y="3370890"/>
            <a:ext cx="1744895" cy="16592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3E572B5C-B313-3962-3B0E-E3E055556BEB}"/>
              </a:ext>
            </a:extLst>
          </p:cNvPr>
          <p:cNvCxnSpPr>
            <a:cxnSpLocks/>
            <a:stCxn id="7" idx="6"/>
            <a:endCxn id="23" idx="2"/>
          </p:cNvCxnSpPr>
          <p:nvPr/>
        </p:nvCxnSpPr>
        <p:spPr>
          <a:xfrm flipV="1">
            <a:off x="3330691" y="1827088"/>
            <a:ext cx="1748258" cy="3203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1DA57793-BC55-77AC-6F23-806B36BC30DA}"/>
              </a:ext>
            </a:extLst>
          </p:cNvPr>
          <p:cNvCxnSpPr>
            <a:cxnSpLocks/>
            <a:stCxn id="12" idx="6"/>
            <a:endCxn id="29" idx="2"/>
          </p:cNvCxnSpPr>
          <p:nvPr/>
        </p:nvCxnSpPr>
        <p:spPr>
          <a:xfrm flipV="1">
            <a:off x="3330691" y="4901354"/>
            <a:ext cx="1748258" cy="10919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5B8E8EA5-114C-07CE-1FA5-C3CBC9B19839}"/>
              </a:ext>
            </a:extLst>
          </p:cNvPr>
          <p:cNvCxnSpPr>
            <a:cxnSpLocks/>
            <a:stCxn id="12" idx="6"/>
            <a:endCxn id="26" idx="2"/>
          </p:cNvCxnSpPr>
          <p:nvPr/>
        </p:nvCxnSpPr>
        <p:spPr>
          <a:xfrm flipV="1">
            <a:off x="3330691" y="3370890"/>
            <a:ext cx="1744895" cy="2622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98B28AB5-E470-E30C-9A80-A10C68826966}"/>
              </a:ext>
            </a:extLst>
          </p:cNvPr>
          <p:cNvCxnSpPr>
            <a:cxnSpLocks/>
            <a:stCxn id="12" idx="6"/>
            <a:endCxn id="23" idx="2"/>
          </p:cNvCxnSpPr>
          <p:nvPr/>
        </p:nvCxnSpPr>
        <p:spPr>
          <a:xfrm flipV="1">
            <a:off x="3330691" y="1827088"/>
            <a:ext cx="1748258" cy="4166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B2447720-D00C-0C07-1E43-399290816BD1}"/>
              </a:ext>
            </a:extLst>
          </p:cNvPr>
          <p:cNvCxnSpPr>
            <a:cxnSpLocks/>
            <a:stCxn id="23" idx="6"/>
            <a:endCxn id="34" idx="2"/>
          </p:cNvCxnSpPr>
          <p:nvPr/>
        </p:nvCxnSpPr>
        <p:spPr>
          <a:xfrm>
            <a:off x="5718555" y="1827088"/>
            <a:ext cx="1546260" cy="8773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00ABC515-E02A-7CF1-8993-D30EFE088A8F}"/>
              </a:ext>
            </a:extLst>
          </p:cNvPr>
          <p:cNvCxnSpPr>
            <a:cxnSpLocks/>
            <a:stCxn id="23" idx="6"/>
            <a:endCxn id="40" idx="2"/>
          </p:cNvCxnSpPr>
          <p:nvPr/>
        </p:nvCxnSpPr>
        <p:spPr>
          <a:xfrm>
            <a:off x="5718555" y="1827088"/>
            <a:ext cx="1546260" cy="26391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EF35131B-FDFA-8EBE-EC05-5B191D7A6A86}"/>
              </a:ext>
            </a:extLst>
          </p:cNvPr>
          <p:cNvCxnSpPr>
            <a:cxnSpLocks/>
            <a:stCxn id="26" idx="6"/>
            <a:endCxn id="34" idx="2"/>
          </p:cNvCxnSpPr>
          <p:nvPr/>
        </p:nvCxnSpPr>
        <p:spPr>
          <a:xfrm flipV="1">
            <a:off x="5715192" y="2704457"/>
            <a:ext cx="1549623" cy="666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828EA3D7-A432-A5B9-EB34-924AF2B25F80}"/>
              </a:ext>
            </a:extLst>
          </p:cNvPr>
          <p:cNvCxnSpPr>
            <a:cxnSpLocks/>
            <a:stCxn id="26" idx="6"/>
            <a:endCxn id="40" idx="2"/>
          </p:cNvCxnSpPr>
          <p:nvPr/>
        </p:nvCxnSpPr>
        <p:spPr>
          <a:xfrm>
            <a:off x="5715192" y="3370890"/>
            <a:ext cx="1549623" cy="1095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EA89BBCC-D465-F0FD-5B00-5FEDB9837E92}"/>
              </a:ext>
            </a:extLst>
          </p:cNvPr>
          <p:cNvCxnSpPr>
            <a:cxnSpLocks/>
            <a:stCxn id="29" idx="6"/>
            <a:endCxn id="40" idx="2"/>
          </p:cNvCxnSpPr>
          <p:nvPr/>
        </p:nvCxnSpPr>
        <p:spPr>
          <a:xfrm flipV="1">
            <a:off x="5718555" y="4466243"/>
            <a:ext cx="1546260" cy="4351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61A1C9D6-8326-5851-4EC7-D979D63671AB}"/>
              </a:ext>
            </a:extLst>
          </p:cNvPr>
          <p:cNvCxnSpPr>
            <a:cxnSpLocks/>
            <a:stCxn id="29" idx="6"/>
            <a:endCxn id="34" idx="2"/>
          </p:cNvCxnSpPr>
          <p:nvPr/>
        </p:nvCxnSpPr>
        <p:spPr>
          <a:xfrm flipV="1">
            <a:off x="5718555" y="2704457"/>
            <a:ext cx="1546260" cy="21968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426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1135</TotalTime>
  <Words>20</Words>
  <Application>Microsoft Office PowerPoint</Application>
  <PresentationFormat>宽屏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刘博(Bo Liu)</dc:creator>
  <cp:lastModifiedBy>刘博(Bo Liu)</cp:lastModifiedBy>
  <cp:revision>1</cp:revision>
  <dcterms:created xsi:type="dcterms:W3CDTF">2024-07-16T07:55:04Z</dcterms:created>
  <dcterms:modified xsi:type="dcterms:W3CDTF">2024-07-17T02:50:55Z</dcterms:modified>
</cp:coreProperties>
</file>